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48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飞机大战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EasyX 的竖屏弹幕射击游戏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154680"/>
            <a:ext cx="32004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1546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邱凯阳 / 0252826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一个黑白风格的竖屏弹幕射击小游戏。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屏幕：450x800 竖屏 (9:16)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操作：鼠标拖动飞机，自动射击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画面：纯黑白配色，三角玩家 + 菱形敌机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玩法：3条命，点开即玩，X掉退出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代码：C++ + EasyX 库，约1500行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编译：g++ -o plane_war.exe plane_war.cpp -leasyx -lgdi32 -lole32</a:t>
            </a:r>
            <a:endParaRPr lang="en-US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540098"/>
              </p:ext>
            </p:extLst>
          </p:nvPr>
        </p:nvGraphicFramePr>
        <p:xfrm>
          <a:off x="5943600" y="1188720"/>
          <a:ext cx="2743200" cy="275539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 err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游戏</a:t>
                      </a: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屏幕尺寸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 x 800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敌机类型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菱形敌机 x 3种移动模式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操控方式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鼠标按住拖动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射击模式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双管自动连射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06040" cy="310896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鼠标直接拖动操控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按住鼠标左键拖动飞机，松手就停。不用键盘，手指不累。而且X轴Y轴都能自由移动，不像传统飞机游戏只左右移。飞机位置跟手走，操作直觉没有任何延迟。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606040" cy="310896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1691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敌机3种AI行为模式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虽然造型一样，但每架敌机的"脑子"不同：直下型冲、正弦型左右摇、锯齿型弹墙反弹。3种模式随机分配，同一时间屏幕上可能3种都有，弹幕角度各不相同，躲起来不单调。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606040" cy="310896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1691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屏幕震动 + 爆炸粒子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14884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被子弹打中或者敌机撞到的时候，画面会抖。不是简单闪一下，震动强度按指数衰减，越震越小直到停。同时白色粒子四散飞开带微重力下落，爆炸的冲击感一下就出来了。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数据结构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840480" cy="340614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Bullet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x_position, y_position;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velocity_x, velocity_y;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width, height;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is_alive, is_from_player;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Enemy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x_position, y_position;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hit_points, movement_pattern;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shoot_cooldown_counter;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is_alive;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Player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x_position, y_position;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lives_remaining;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invincible_counter;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游戏主循环 (60FPS)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4023360" cy="340614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(keep_running)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handle_player_input();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  ^ 鼠标消息处理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update_game_logic();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  ^ 射击 + 生成 + 移动 + 碰撞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render_game_frame();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  ^ 背景 + 粒子 + 子弹 + 敌机 + 玩家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wait_for_next_frame(start);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  ^ Sleep(15) 维持 ~60 FPS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玩家操控 &amp; 自动射击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鼠标拖动控制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4114800" cy="338328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鼠标拖动飞机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(mouse_held &amp;&amp; state == PLAYING)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raw_x = game_data.mouse_current_x;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raw_y = game_data.mouse_current_y;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tx = (float)raw_x;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ty = (float)raw_y;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X: 限制在 20~430 之间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cx = limit_float_to_bounds(tx, 20, 430);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player.x_position = cx;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Y: 限制在 22~778 之间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cy = limit_float_to_bounds(ty, 22, 778);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player.y_position = cy;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自动射击 (双管)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37760" y="1325879"/>
            <a:ext cx="3931920" cy="3383279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冷却计数, 每8帧射一次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(player.shoot_cooldown_counter &gt; 0)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player.shoot_cooldown_counter--;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左管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 left;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left.x_position = player_x - 8;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left.velocity_y = -10; // 向上飞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left.is_from_player = true;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bullets.push_back(left);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右管 (同上, +8 偏移)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 right;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right.x_position = player_x + 8;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right.velocity_y = -10;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bullets.push_back(right);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player.shoot_cooldown_counter = 8;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敌机系统：移动 &amp; 射击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3种移动模式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4114800" cy="329184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模式0: 直直往下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move_straight_down(Enemy&amp; 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e.y_position += e.velocity_y;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模式1: 正弦波左右摇摆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move_sine_wave(Enemy&amp; 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e.y_position += e.velocity_y;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wave = sinf(e.anim_timer*0.04f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+ e.sine_phase);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e.x_position += wave * 2.0f;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模式2: 锯齿反弹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move_zigzag(Enemy&amp; 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e.x_position += e.velocity_x;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(e.x &lt; left_bound) e.vx = -e.vx;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(e.x &gt; right_bound) e.vx = -e.vx;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敌机射击实现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0" y="1325880"/>
            <a:ext cx="3931920" cy="329184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3发子弹：中间直射 + 左右斜射</a:t>
            </a:r>
            <a:endParaRPr lang="en-US" sz="95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 b1; // 中间直射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b1.x = start_x; b1.y = start_y;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b1.vx = 0; b1.vy = 5;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b1.width = 6; b1.height = 6;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bullets.push_back(b1);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 b2; // 左斜射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b2.x = start_x - 5;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b2.vx = -0.8; b2.vy = 4.5;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bullets.push_back(b2);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 b3; // 右斜射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b3.x = start_x + 5;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b3.vx = 0.8; b3.vy = 4.5;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bullets.push_back(b3);</a:t>
            </a:r>
            <a:endParaRPr lang="en-US" sz="110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每个子弹独立创建，方便之后改参数</a:t>
            </a:r>
            <a:endParaRPr lang="en-US" sz="95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比如某发加快、某发加宽，互不影响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碰撞检测 — 矩形重叠判定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88620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玩家子弹 vs </a:t>
            </a:r>
            <a:r>
              <a:rPr lang="en-US" sz="1000" dirty="0" err="1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敌机：矩形重叠判定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第一步：算出子弹的四个边界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b_left   = bullet.x - bullet.width  / 2.0f;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b_right  = bullet.x + bullet.width  / 2.0f;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b_top    = bullet.y - bullet.height / 2.0f;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b_bottom = bullet.y + bullet.height / 2.0f;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第二步：算出敌机的四个边界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e_left   = enemy.x - enemy.width  / 2.0f;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e_right  = enemy.x + enemy.width  / 2.0f;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e_top    = enemy.y - enemy.height / 2.0f;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e_bottom = enemy.y + enemy.height / 2.0f;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第三步：X轴重叠？Y轴重叠？两个都真才命中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x_overlap = (b_left &lt; e_right) &amp;&amp; (b_right &gt; e_left);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y_overlap = (b_top  &lt; e_bottom) &amp;&amp; (b_bottom &gt; e_top);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(x_overlap &amp;&amp; y_overlap)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bullet.is_alive = false;     // 子弹消失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enemy.hit_points--;          // 敌机扣血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spawn_explosion(bullet.x, bullet.y);  // 命中特效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83775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原理：两个矩形相交 = X轴投影重叠 且 Y轴投影重叠。不用圆形检测，矩形就够了。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原理：两个矩形相交</a:t>
            </a: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X轴投影重叠 且 Y轴投影重叠。比圆形简单，也比像素检测快得多。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遇到的问题 &amp; 怎么解决的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88720" cy="2743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08813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项目整体难度把控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本来设计了许多内容，比如怪物的多样性，以及一系列的机制问题，但是开发过程有些坎坷，只好都先搁置，只保留了一些骨干内容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88720" cy="2743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209397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敌机子弹和玩家子弹混在一起遍历效率低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4505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子弹结构体里加了个 is_from_player 字段。碰撞检测时分两轮：第一轮只查玩家子弹 vs 敌机，第二轮只查敌机子弹 vs 玩家。这样每种检测只遍历自己关心的子弹。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188720" cy="2743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08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0998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粒子效果不好做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45643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设定粒子总数上限（如 </a:t>
            </a:r>
            <a:r>
              <a:rPr lang="en-US" altLang="zh-CN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</a:t>
            </a:r>
            <a:r>
              <a:rPr lang="zh-CN" alt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个），超出时用循环队列覆盖旧粒子，避免无限制增长导致帧率下降。绘制时按剩余生命分级渲染</a:t>
            </a:r>
            <a:r>
              <a:rPr lang="en-US" altLang="zh-CN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</a:t>
            </a:r>
            <a:r>
              <a:rPr lang="zh-CN" alt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前半段用实心圆、后半段降级为单像素点、末尾直接跳过，大幅减少同屏绘制量，不掉帧同时效果好。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88720" cy="2743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14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410565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屏幕震动</a:t>
            </a:r>
            <a:r>
              <a:rPr lang="zh-CN" alt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</a:t>
            </a: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 HUD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46227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setorigin(shakeX, shakeY) 偏移整个画面画游戏内容，画完调用 setorigin(0,0) 恢复原点再画 </a:t>
            </a:r>
            <a:r>
              <a:rPr lang="en-US" sz="12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HUD。这样分数和血量始终在原位</a:t>
            </a: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今后可能优化的方向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320040" cy="3200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增加 Boss 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38988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现在只有小敌机。可以每隔一定分数出一个大 </a:t>
            </a:r>
            <a:r>
              <a:rPr lang="en-US" sz="12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Boss，血厚弹幕密，增加压迫感和成就感</a:t>
            </a: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320040" cy="3200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92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音效和背景音乐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16712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EasyX 本身不带音频支持，但可以用 Windows 的 mciSendString 或者 PlaySound 加简单的射击音效和爆炸声。黑白画面加上清脆的音效，节奏感会好很多。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320040" cy="3200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70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双人模式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94436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屏幕够宽（450px），理论上可以支持两个玩家各占半边。一个用鼠标，一个用键盘（WASD）。两人合作打敌机或者互相竞争比分数，可玩性翻倍。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320040" cy="3200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47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道具系统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7216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击毁敌机随机掉落道具：武器升级（弹幕变多）、护盾（多一层保护）、回血（加一条命）。代码里 Enemy 结构体有预留字段，加道具大类就行。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24528"/>
            <a:ext cx="320040" cy="3200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24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存档不止最高分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49884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目前只有 highscore.dat 存一个最高分。可以扩展到存游戏设置（难度级别、键位等），用简单的二进制读写就行，不需要引入数据库。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A234C47A-2EF2-2B17-9AC0-3F6923CC5887}"/>
              </a:ext>
            </a:extLst>
          </p:cNvPr>
          <p:cNvSpPr/>
          <p:nvPr/>
        </p:nvSpPr>
        <p:spPr>
          <a:xfrm>
            <a:off x="914400" y="225171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6600" b="1" spc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演示环节</a:t>
            </a:r>
            <a:endParaRPr lang="en-US" sz="6600" spc="600" dirty="0"/>
          </a:p>
        </p:txBody>
      </p:sp>
    </p:spTree>
    <p:extLst>
      <p:ext uri="{BB962C8B-B14F-4D97-AF65-F5344CB8AC3E}">
        <p14:creationId xmlns:p14="http://schemas.microsoft.com/office/powerpoint/2010/main" val="177673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32004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1484</Words>
  <Application>Microsoft Office PowerPoint</Application>
  <PresentationFormat>全屏显示(16:9)</PresentationFormat>
  <Paragraphs>219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飞机大战 — 答辩PPT</dc:title>
  <dc:subject>PptxGenJS Presentation</dc:subject>
  <dc:creator>Qiu Kaiyang</dc:creator>
  <cp:lastModifiedBy>凯阳 邱</cp:lastModifiedBy>
  <cp:revision>3</cp:revision>
  <dcterms:created xsi:type="dcterms:W3CDTF">2026-06-05T05:27:50Z</dcterms:created>
  <dcterms:modified xsi:type="dcterms:W3CDTF">2026-06-05T05:58:37Z</dcterms:modified>
</cp:coreProperties>
</file>